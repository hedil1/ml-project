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Projet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Ton Nom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</a:t>
            </a:r>
          </a:p>
          <a:p>
            <a:pPr lvl="0" indent="0" marL="0">
              <a:buNone/>
            </a:pPr>
            <a:r>
              <a:rPr/>
              <a:t>La sécurité aux passages à niveau constitue un enjeu majeur de sécurité routière et ferroviaire en Tunisie. Chaque année, des collisions surviennent entre les trains et les véhicules à ces intersections critiques, causant des blessés et des victimes. La SNCFT (Société Nationale des Chemins de Fer Tunisiens) gère un réseau de passages à niveau répartis sur tout le territoire.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Problematique</a:t>
            </a:r>
          </a:p>
          <a:p>
            <a:pPr lvl="0" indent="0" marL="0">
              <a:buNone/>
            </a:pPr>
            <a:r>
              <a:rPr/>
              <a:t>Peut-on prédire le caractère dangereux d’un passage à niveau (classification binaire : dangereux / non dangereux) à partir de ses caractéristiques structurelles, géographiques et opérationnelles 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Dataset</a:t>
            </a:r>
          </a:p>
          <a:p>
            <a:pPr lvl="0" indent="0" marL="0">
              <a:buNone/>
            </a:pPr>
            <a:r>
              <a:rPr/>
              <a:t>Nettoyage des données</a:t>
            </a:r>
            <a:br/>
            <a:r>
              <a:rPr/>
              <a:t>Gestion des valeurs manquantes</a:t>
            </a:r>
            <a:br/>
            <a:r>
              <a:rPr/>
              <a:t>Encodage des variables catégorielles</a:t>
            </a:r>
            <a:br/>
            <a:r>
              <a:rPr/>
              <a:t>Normalisation des features</a:t>
            </a:r>
          </a:p>
          <a:p>
            <a:pPr lvl="0" indent="0" marL="0">
              <a:buNone/>
            </a:pPr>
            <a:r>
              <a:rPr/>
              <a:t>📌 Dataset utilisé : dataset_final.xlsx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Pipeline Machine Learning</a:t>
            </a:r>
          </a:p>
          <a:p>
            <a:pPr lvl="0" indent="-342900" marL="342900">
              <a:buAutoNum type="arabicPeriod"/>
            </a:pPr>
            <a:r>
              <a:rPr/>
              <a:t>Chargement des données</a:t>
            </a:r>
            <a:br/>
          </a:p>
          <a:p>
            <a:pPr lvl="0" indent="-342900" marL="342900">
              <a:buAutoNum type="arabicPeriod"/>
            </a:pPr>
            <a:r>
              <a:rPr/>
              <a:t>Préprocessing</a:t>
            </a:r>
            <a:br/>
          </a:p>
          <a:p>
            <a:pPr lvl="0" indent="-342900" marL="342900">
              <a:buAutoNum type="arabicPeriod"/>
            </a:pPr>
            <a:r>
              <a:rPr/>
              <a:t>Split Train/Test</a:t>
            </a:r>
            <a:br/>
          </a:p>
          <a:p>
            <a:pPr lvl="0" indent="-342900" marL="342900">
              <a:buAutoNum type="arabicPeriod"/>
            </a:pPr>
            <a:r>
              <a:rPr/>
              <a:t>Entraînement des modèles</a:t>
            </a:r>
            <a:br/>
          </a:p>
          <a:p>
            <a:pPr lvl="0" indent="-342900" marL="342900">
              <a:buAutoNum type="arabicPeriod"/>
            </a:pPr>
            <a:r>
              <a:rPr/>
              <a:t>Évaluation</a:t>
            </a:r>
            <a:br/>
          </a:p>
          <a:p>
            <a:pPr lvl="0" indent="-342900" marL="342900">
              <a:buAutoNum type="arabicPeriod"/>
            </a:pPr>
            <a:r>
              <a:rPr/>
              <a:t>Comparaison des résultats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Modèles testés</a:t>
            </a:r>
          </a:p>
          <a:p>
            <a:pPr lvl="0"/>
            <a:r>
              <a:rPr/>
              <a:t>Random Forest</a:t>
            </a:r>
          </a:p>
          <a:p>
            <a:pPr lvl="0"/>
            <a:r>
              <a:rPr/>
              <a:t>XGBoost</a:t>
            </a:r>
          </a:p>
          <a:p>
            <a:pPr lvl="0"/>
            <a:r>
              <a:rPr/>
              <a:t>SVM</a:t>
            </a:r>
          </a:p>
          <a:p>
            <a:pPr lvl="0"/>
            <a:r>
              <a:rPr/>
              <a:t>KNN</a:t>
            </a:r>
          </a:p>
          <a:p>
            <a:pPr lvl="0"/>
            <a:r>
              <a:rPr/>
              <a:t>Gradient Boosting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Chargement du modèle et test</a:t>
            </a:r>
          </a:p>
          <a:p>
            <a:pPr lvl="0" indent="0" marL="0">
              <a:buNone/>
            </a:pPr>
            <a:r>
              <a:rPr/>
              <a:t>import joblib import numpy as np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Charger modèle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= joblib.load(“models/RandomForest.pkl”)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Exemple de prédiction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= np.array([[1, 2, 3, 4]]) pred = model.predict(sample)</a:t>
            </a:r>
          </a:p>
          <a:p>
            <a:pPr lvl="0" indent="0" marL="0">
              <a:buNone/>
            </a:pPr>
            <a:r>
              <a:rPr/>
              <a:t>print(“Prédiction :”, pred)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📈 SLIDE 6 — 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```markdown id=“s6” ## Résultats des modèles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Gradient 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Meilleur modèle</a:t>
            </a:r>
          </a:p>
          <a:p>
            <a:pPr lvl="0" indent="0" marL="0">
              <a:buNone/>
            </a:pPr>
            <a:r>
              <a:rPr/>
              <a:t>✔ Random Forest est retenu</a:t>
            </a:r>
          </a:p>
          <a:p>
            <a:pPr lvl="0" indent="0" marL="0">
              <a:buNone/>
            </a:pPr>
            <a:r>
              <a:rPr/>
              <a:t>📌 Raisons : - Meilleure accuracy - Stable - Bon généralisation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Conclusion</a:t>
            </a:r>
          </a:p>
          <a:p>
            <a:pPr lvl="0" indent="0" marL="0">
              <a:buNone/>
            </a:pPr>
            <a:r>
              <a:rPr/>
              <a:t>✔ Pipeline ML complet réalisé</a:t>
            </a:r>
            <a:br/>
            <a:r>
              <a:rPr/>
              <a:t>✔ Plusieurs modèles testés</a:t>
            </a:r>
            <a:br/>
            <a:r>
              <a:rPr/>
              <a:t>✔ Meilleur modèle sélectionné</a:t>
            </a:r>
            <a:br/>
            <a:r>
              <a:rPr/>
              <a:t>✔ Prêt pour déploiement (Streamlit possible)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Machine Learning</dc:title>
  <dc:creator>Ton Nom</dc:creator>
  <cp:keywords/>
  <dcterms:created xsi:type="dcterms:W3CDTF">2026-04-12T20:32:14Z</dcterms:created>
  <dcterms:modified xsi:type="dcterms:W3CDTF">2026-04-12T20:32:14Z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